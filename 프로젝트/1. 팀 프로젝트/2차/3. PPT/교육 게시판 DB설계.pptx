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74" r:id="rId3"/>
    <p:sldId id="265" r:id="rId4"/>
    <p:sldId id="295" r:id="rId5"/>
    <p:sldId id="306" r:id="rId6"/>
    <p:sldId id="308" r:id="rId7"/>
    <p:sldId id="303" r:id="rId8"/>
    <p:sldId id="312" r:id="rId9"/>
    <p:sldId id="304" r:id="rId10"/>
    <p:sldId id="307" r:id="rId11"/>
    <p:sldId id="309" r:id="rId12"/>
    <p:sldId id="311" r:id="rId13"/>
    <p:sldId id="310" r:id="rId14"/>
    <p:sldId id="305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ACCC"/>
    <a:srgbClr val="F5ECF6"/>
    <a:srgbClr val="FBB97D"/>
    <a:srgbClr val="C5BCFA"/>
    <a:srgbClr val="F8D9D4"/>
    <a:srgbClr val="CD9FD2"/>
    <a:srgbClr val="F5857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63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8DEE-0023-263F-C7F3-FD8CE2131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0DA288-2283-478A-677A-217B41929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1EC84C-01A7-4ADC-1F31-E4AE9420B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487E-FB29-46CC-86DB-8016FC2560E5}" type="datetimeFigureOut">
              <a:rPr lang="ko-KR" altLang="en-US" smtClean="0"/>
              <a:pPr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A9A3C9-983C-3A5F-65CA-B5D87C4B3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3DCD05-031E-104F-A7DE-CC3738994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E9E5-43D2-4159-94B7-EA18236B86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49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C20E52-A2D2-4E60-5562-3F44389AE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7E9EDA-F2CF-C145-94C7-7F6CAC50E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665E8B-10B4-32F2-40F7-8CB3B9497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487E-FB29-46CC-86DB-8016FC2560E5}" type="datetimeFigureOut">
              <a:rPr lang="ko-KR" altLang="en-US" smtClean="0"/>
              <a:pPr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6898D6-A27F-77CF-8E4A-9AE7293A4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BB7205-62F2-C3A9-6103-434AA03AC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E9E5-43D2-4159-94B7-EA18236B86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597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6476B-F03F-A2D2-92F4-DB8BD725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50D368-8ADD-5744-1C65-FBD97F1C6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1363C7-7A56-6A81-F09E-3293A5A98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487E-FB29-46CC-86DB-8016FC2560E5}" type="datetimeFigureOut">
              <a:rPr lang="ko-KR" altLang="en-US" smtClean="0"/>
              <a:pPr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3AFC29-0E38-3460-F954-6633EB1A5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112A3C-53FB-1AB4-7CAA-B88A1D30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E9E5-43D2-4159-94B7-EA18236B86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5388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8DBFB-349D-1623-35A9-33202C45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118C10-BD94-F1FF-6203-2FEBBCC671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D25993-F77A-EE1F-45EF-0CC264212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536E9E-A1D9-634E-388E-3F14C29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487E-FB29-46CC-86DB-8016FC2560E5}" type="datetimeFigureOut">
              <a:rPr lang="ko-KR" altLang="en-US" smtClean="0"/>
              <a:pPr/>
              <a:t>2026-02-03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73E391-5B55-5F41-630E-1CF7E2BF4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346865-0777-D4E5-4476-70E2C2CF6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E9E5-43D2-4159-94B7-EA18236B86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414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F94057-E000-A868-176C-307C069CA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298EB0-D286-6CC1-B513-FAF6823F3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8FEDEB-47A3-3078-3A23-7E2D282DF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FE5BE7-37D1-1266-B4F1-F0FB0E37A2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1C7900C-87A1-AFAE-A08B-415AF40C7A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9EFAA0-400F-D5D8-1B4B-75C10E09E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487E-FB29-46CC-86DB-8016FC2560E5}" type="datetimeFigureOut">
              <a:rPr lang="ko-KR" altLang="en-US" smtClean="0"/>
              <a:pPr/>
              <a:t>2026-02-03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E89197C-2195-1F5F-01F2-248253C23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FD6E92B-1B63-CFC4-FF7A-0A852DEAD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E9E5-43D2-4159-94B7-EA18236B86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839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F50653-6F40-4F70-2B93-5F463CE31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E29B615-D731-269F-2314-614CDF6E0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487E-FB29-46CC-86DB-8016FC2560E5}" type="datetimeFigureOut">
              <a:rPr lang="ko-KR" altLang="en-US" smtClean="0"/>
              <a:pPr/>
              <a:t>2026-02-03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854B2D-4F59-31EB-751A-051552BC9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D674B1-8F7E-B99B-7CD1-A1A78C81E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E9E5-43D2-4159-94B7-EA18236B86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95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253517-9423-7DA8-D736-FA9EDCA1B858}"/>
              </a:ext>
            </a:extLst>
          </p:cNvPr>
          <p:cNvSpPr txBox="1"/>
          <p:nvPr userDrawn="1"/>
        </p:nvSpPr>
        <p:spPr>
          <a:xfrm>
            <a:off x="9998245" y="6578779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5F80F51-A6D5-9218-0900-820BA565F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487E-FB29-46CC-86DB-8016FC2560E5}" type="datetimeFigureOut">
              <a:rPr lang="ko-KR" altLang="en-US" smtClean="0"/>
              <a:pPr/>
              <a:t>2026-02-03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3458EF2-A9D4-AD9C-069F-9ABD07D16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1EC1F9-A875-0F81-D559-1E770C750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E9E5-43D2-4159-94B7-EA18236B86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623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EE91B-A4E2-2E26-607E-B39098710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EA2F9C-43D3-0B14-4D34-55151D271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BA8786-4C54-BB63-91DD-29C95CD06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DBD252-D7D5-FCA0-7545-6CE44E742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487E-FB29-46CC-86DB-8016FC2560E5}" type="datetimeFigureOut">
              <a:rPr lang="ko-KR" altLang="en-US" smtClean="0"/>
              <a:pPr/>
              <a:t>2026-02-03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98B52-8581-4B3C-8DCF-887A6965B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BC568F-35B6-016A-B984-4511C2AA4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E9E5-43D2-4159-94B7-EA18236B86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575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8A8FCF-9D21-F417-5FF4-986F306BD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7867C4A-2550-4E3B-FA23-CE80396F26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D67851-AA1C-D476-431F-A9CC65123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345234-E6AC-8198-FA8F-05BF28435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487E-FB29-46CC-86DB-8016FC2560E5}" type="datetimeFigureOut">
              <a:rPr lang="ko-KR" altLang="en-US" smtClean="0"/>
              <a:pPr/>
              <a:t>2026-02-03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56ACA8-7628-545B-EE9C-4E6EFCDB7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F28EEE-793A-CD28-CF3F-77ED818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E9E5-43D2-4159-94B7-EA18236B86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969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353876-545A-BFC4-4A54-83915ACB9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5E484A-E56B-1B80-08F4-173FC085E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A2E2F6-3344-3469-B0BD-24F6A092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487E-FB29-46CC-86DB-8016FC2560E5}" type="datetimeFigureOut">
              <a:rPr lang="ko-KR" altLang="en-US" smtClean="0"/>
              <a:pPr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5A2F2F-518B-7161-6FA0-5B310A6D5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C52A9C-1DD3-A81F-35C6-30AE2C838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E9E5-43D2-4159-94B7-EA18236B86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511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B64122E-F76C-D69E-8612-00E3B24A0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68F6FA-2986-8882-707C-3ACB1F048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1EE918-2005-BA81-AF90-19072D259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487E-FB29-46CC-86DB-8016FC2560E5}" type="datetimeFigureOut">
              <a:rPr lang="ko-KR" altLang="en-US" smtClean="0"/>
              <a:pPr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CB83DE-9BEC-597E-E901-C6D34F304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971BEE-3762-FC18-8D46-9C7A219B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E9E5-43D2-4159-94B7-EA18236B86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46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F33922B-863F-FD10-B777-91C24B9B0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10CB64-1445-5B0D-4F7D-DB9357204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93DEB6-AD62-D6B1-4C2D-F76E5B4427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E487E-FB29-46CC-86DB-8016FC2560E5}" type="datetimeFigureOut">
              <a:rPr lang="ko-KR" altLang="en-US" smtClean="0"/>
              <a:pPr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B5176D-0742-0F7D-CE19-540EBAC2A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03217B-D9AE-751D-C27C-F1FC00CDB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AE9E5-43D2-4159-94B7-EA18236B86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906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D93EE47-D586-1F89-9D6D-FCC781F87961}"/>
              </a:ext>
            </a:extLst>
          </p:cNvPr>
          <p:cNvSpPr>
            <a:spLocks/>
          </p:cNvSpPr>
          <p:nvPr/>
        </p:nvSpPr>
        <p:spPr>
          <a:xfrm>
            <a:off x="635620" y="602166"/>
            <a:ext cx="10939346" cy="5664819"/>
          </a:xfrm>
          <a:prstGeom prst="rect">
            <a:avLst/>
          </a:prstGeom>
          <a:pattFill prst="dotGrid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3D35A4-714B-08B5-6832-C5B198DE28B7}"/>
              </a:ext>
            </a:extLst>
          </p:cNvPr>
          <p:cNvSpPr/>
          <p:nvPr/>
        </p:nvSpPr>
        <p:spPr>
          <a:xfrm>
            <a:off x="635620" y="602166"/>
            <a:ext cx="10939346" cy="8363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A18FB86-ACFF-12AE-ED8A-6E5E16D8E418}"/>
              </a:ext>
            </a:extLst>
          </p:cNvPr>
          <p:cNvSpPr/>
          <p:nvPr/>
        </p:nvSpPr>
        <p:spPr>
          <a:xfrm>
            <a:off x="1714936" y="2610199"/>
            <a:ext cx="8808814" cy="2111547"/>
          </a:xfrm>
          <a:prstGeom prst="roundRect">
            <a:avLst>
              <a:gd name="adj" fmla="val 36864"/>
            </a:avLst>
          </a:prstGeom>
          <a:solidFill>
            <a:schemeClr val="accent3"/>
          </a:solidFill>
          <a:ln w="571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AF21F7-C7CB-C2B8-D76F-057A1E1DAB21}"/>
              </a:ext>
            </a:extLst>
          </p:cNvPr>
          <p:cNvSpPr txBox="1"/>
          <p:nvPr/>
        </p:nvSpPr>
        <p:spPr>
          <a:xfrm>
            <a:off x="2300179" y="3124716"/>
            <a:ext cx="77348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6000" b="1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코딩 교육 학원 게시판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3E7B443-6324-158B-1E35-16C4A72252AD}"/>
              </a:ext>
            </a:extLst>
          </p:cNvPr>
          <p:cNvSpPr/>
          <p:nvPr/>
        </p:nvSpPr>
        <p:spPr>
          <a:xfrm>
            <a:off x="10080702" y="847492"/>
            <a:ext cx="338736" cy="338736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00CA5EF-E04A-5FD5-D5B4-B2731BDACE52}"/>
              </a:ext>
            </a:extLst>
          </p:cNvPr>
          <p:cNvSpPr/>
          <p:nvPr/>
        </p:nvSpPr>
        <p:spPr>
          <a:xfrm>
            <a:off x="10524651" y="847492"/>
            <a:ext cx="338736" cy="338736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A71BBE7-2404-6953-5DC9-B35689E25D50}"/>
              </a:ext>
            </a:extLst>
          </p:cNvPr>
          <p:cNvSpPr/>
          <p:nvPr/>
        </p:nvSpPr>
        <p:spPr>
          <a:xfrm>
            <a:off x="10968601" y="847492"/>
            <a:ext cx="338736" cy="338736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9847385" y="6462343"/>
            <a:ext cx="2344615" cy="369332"/>
          </a:xfrm>
          <a:prstGeom prst="rect">
            <a:avLst/>
          </a:prstGeom>
          <a:solidFill>
            <a:srgbClr val="F5ECF6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65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D93EE47-D586-1F89-9D6D-FCC781F87961}"/>
              </a:ext>
            </a:extLst>
          </p:cNvPr>
          <p:cNvSpPr>
            <a:spLocks/>
          </p:cNvSpPr>
          <p:nvPr/>
        </p:nvSpPr>
        <p:spPr>
          <a:xfrm>
            <a:off x="635620" y="602166"/>
            <a:ext cx="10939346" cy="5664819"/>
          </a:xfrm>
          <a:prstGeom prst="rect">
            <a:avLst/>
          </a:prstGeom>
          <a:pattFill prst="dotGrid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3D35A4-714B-08B5-6832-C5B198DE28B7}"/>
              </a:ext>
            </a:extLst>
          </p:cNvPr>
          <p:cNvSpPr/>
          <p:nvPr/>
        </p:nvSpPr>
        <p:spPr>
          <a:xfrm>
            <a:off x="635620" y="602166"/>
            <a:ext cx="10939346" cy="8363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3E7B443-6324-158B-1E35-16C4A72252AD}"/>
              </a:ext>
            </a:extLst>
          </p:cNvPr>
          <p:cNvSpPr/>
          <p:nvPr/>
        </p:nvSpPr>
        <p:spPr>
          <a:xfrm>
            <a:off x="10080702" y="847492"/>
            <a:ext cx="338736" cy="338736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00CA5EF-E04A-5FD5-D5B4-B2731BDACE52}"/>
              </a:ext>
            </a:extLst>
          </p:cNvPr>
          <p:cNvSpPr/>
          <p:nvPr/>
        </p:nvSpPr>
        <p:spPr>
          <a:xfrm>
            <a:off x="10524651" y="847492"/>
            <a:ext cx="338736" cy="338736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A71BBE7-2404-6953-5DC9-B35689E25D50}"/>
              </a:ext>
            </a:extLst>
          </p:cNvPr>
          <p:cNvSpPr/>
          <p:nvPr/>
        </p:nvSpPr>
        <p:spPr>
          <a:xfrm>
            <a:off x="10968601" y="847492"/>
            <a:ext cx="338736" cy="338736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8ADB66-0C63-2397-4C10-93B17DC52EBE}"/>
              </a:ext>
            </a:extLst>
          </p:cNvPr>
          <p:cNvSpPr txBox="1"/>
          <p:nvPr/>
        </p:nvSpPr>
        <p:spPr>
          <a:xfrm>
            <a:off x="949789" y="789503"/>
            <a:ext cx="6880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목차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7980FF6-F0E2-B743-B37A-51ACEBE2760E}"/>
              </a:ext>
            </a:extLst>
          </p:cNvPr>
          <p:cNvSpPr/>
          <p:nvPr/>
        </p:nvSpPr>
        <p:spPr>
          <a:xfrm>
            <a:off x="2468193" y="2313529"/>
            <a:ext cx="7237141" cy="571232"/>
          </a:xfrm>
          <a:prstGeom prst="roundRect">
            <a:avLst>
              <a:gd name="adj" fmla="val 4333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B67F19-5A7C-ABF0-B560-E220A2C61400}"/>
              </a:ext>
            </a:extLst>
          </p:cNvPr>
          <p:cNvSpPr txBox="1"/>
          <p:nvPr/>
        </p:nvSpPr>
        <p:spPr>
          <a:xfrm>
            <a:off x="3481096" y="2317369"/>
            <a:ext cx="409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endParaRPr lang="ko-KR" altLang="en-US" sz="28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C91941-CEAF-6B9E-BC0B-A2D29C9AD166}"/>
              </a:ext>
            </a:extLst>
          </p:cNvPr>
          <p:cNvSpPr txBox="1"/>
          <p:nvPr/>
        </p:nvSpPr>
        <p:spPr>
          <a:xfrm>
            <a:off x="4416869" y="2284034"/>
            <a:ext cx="2459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프로젝트 개요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83B62E5-DC5A-873C-74B7-8FDD9B3D274D}"/>
              </a:ext>
            </a:extLst>
          </p:cNvPr>
          <p:cNvSpPr/>
          <p:nvPr/>
        </p:nvSpPr>
        <p:spPr>
          <a:xfrm>
            <a:off x="2468193" y="3277316"/>
            <a:ext cx="7237141" cy="571232"/>
          </a:xfrm>
          <a:prstGeom prst="roundRect">
            <a:avLst>
              <a:gd name="adj" fmla="val 4333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8B4902-75E3-0920-070F-824B0AA2FF9F}"/>
              </a:ext>
            </a:extLst>
          </p:cNvPr>
          <p:cNvSpPr txBox="1"/>
          <p:nvPr/>
        </p:nvSpPr>
        <p:spPr>
          <a:xfrm>
            <a:off x="3481096" y="3253438"/>
            <a:ext cx="409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endParaRPr lang="ko-KR" altLang="en-US" sz="28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5F6076-82B5-11C3-4B1F-E850B8A07F28}"/>
              </a:ext>
            </a:extLst>
          </p:cNvPr>
          <p:cNvSpPr txBox="1"/>
          <p:nvPr/>
        </p:nvSpPr>
        <p:spPr>
          <a:xfrm>
            <a:off x="4416869" y="3247821"/>
            <a:ext cx="3297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프로젝트 수행 절차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EE92B32-3C89-C965-6AB9-E55B58BA8B72}"/>
              </a:ext>
            </a:extLst>
          </p:cNvPr>
          <p:cNvSpPr/>
          <p:nvPr/>
        </p:nvSpPr>
        <p:spPr>
          <a:xfrm>
            <a:off x="2468193" y="4195628"/>
            <a:ext cx="7237141" cy="571232"/>
          </a:xfrm>
          <a:prstGeom prst="roundRect">
            <a:avLst>
              <a:gd name="adj" fmla="val 4333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0C8B7D-71F7-A6D8-6E98-D7C5D7A2180A}"/>
              </a:ext>
            </a:extLst>
          </p:cNvPr>
          <p:cNvSpPr txBox="1"/>
          <p:nvPr/>
        </p:nvSpPr>
        <p:spPr>
          <a:xfrm>
            <a:off x="3481096" y="4166133"/>
            <a:ext cx="409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endParaRPr lang="ko-KR" altLang="en-US" sz="28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1C7D7F-F673-3F02-3E75-BF24A79B458D}"/>
              </a:ext>
            </a:extLst>
          </p:cNvPr>
          <p:cNvSpPr txBox="1"/>
          <p:nvPr/>
        </p:nvSpPr>
        <p:spPr>
          <a:xfrm>
            <a:off x="4416869" y="4236415"/>
            <a:ext cx="3297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프로젝트 수행 결과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47385" y="6462343"/>
            <a:ext cx="2344615" cy="369332"/>
          </a:xfrm>
          <a:prstGeom prst="rect">
            <a:avLst/>
          </a:prstGeom>
          <a:solidFill>
            <a:srgbClr val="F5ECF6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380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2A9992E-B95C-D7ED-3F8D-0B989B8380A3}"/>
              </a:ext>
            </a:extLst>
          </p:cNvPr>
          <p:cNvSpPr/>
          <p:nvPr/>
        </p:nvSpPr>
        <p:spPr>
          <a:xfrm>
            <a:off x="626327" y="2506236"/>
            <a:ext cx="10933289" cy="2263698"/>
          </a:xfrm>
          <a:prstGeom prst="rect">
            <a:avLst/>
          </a:prstGeom>
          <a:pattFill prst="dotGrid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A95220-4771-72A5-62DE-F8204657ED01}"/>
              </a:ext>
            </a:extLst>
          </p:cNvPr>
          <p:cNvSpPr/>
          <p:nvPr/>
        </p:nvSpPr>
        <p:spPr>
          <a:xfrm>
            <a:off x="626327" y="2088065"/>
            <a:ext cx="10939346" cy="8363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2A873B6-F69F-BB0F-EEB5-BAD972EF3CF3}"/>
              </a:ext>
            </a:extLst>
          </p:cNvPr>
          <p:cNvSpPr/>
          <p:nvPr/>
        </p:nvSpPr>
        <p:spPr>
          <a:xfrm>
            <a:off x="10071409" y="2333391"/>
            <a:ext cx="338736" cy="338736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4CAC4BA-FEA5-3831-33D8-4DF48C05ED56}"/>
              </a:ext>
            </a:extLst>
          </p:cNvPr>
          <p:cNvSpPr/>
          <p:nvPr/>
        </p:nvSpPr>
        <p:spPr>
          <a:xfrm>
            <a:off x="10515358" y="2333391"/>
            <a:ext cx="338736" cy="338736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DBC8540-D814-5E70-DB96-244D0EE36225}"/>
              </a:ext>
            </a:extLst>
          </p:cNvPr>
          <p:cNvSpPr/>
          <p:nvPr/>
        </p:nvSpPr>
        <p:spPr>
          <a:xfrm>
            <a:off x="10959308" y="2333391"/>
            <a:ext cx="338736" cy="338736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0922D5-A218-AC17-556D-60C2D0B4DDF2}"/>
              </a:ext>
            </a:extLst>
          </p:cNvPr>
          <p:cNvSpPr txBox="1"/>
          <p:nvPr/>
        </p:nvSpPr>
        <p:spPr>
          <a:xfrm>
            <a:off x="919702" y="2275402"/>
            <a:ext cx="120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j-ea"/>
              </a:rPr>
              <a:t>Part 1</a:t>
            </a:r>
            <a:endParaRPr lang="ko-KR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4E4C77-E1F3-67AA-28E1-E8E682220527}"/>
              </a:ext>
            </a:extLst>
          </p:cNvPr>
          <p:cNvSpPr txBox="1"/>
          <p:nvPr/>
        </p:nvSpPr>
        <p:spPr>
          <a:xfrm>
            <a:off x="3804349" y="3342577"/>
            <a:ext cx="45833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프로젝트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47385" y="6462343"/>
            <a:ext cx="2344615" cy="369332"/>
          </a:xfrm>
          <a:prstGeom prst="rect">
            <a:avLst/>
          </a:prstGeom>
          <a:solidFill>
            <a:srgbClr val="F3ACCC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9135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실내, 전자기기, 컴퓨터이(가) 표시된 사진&#10;&#10;자동 생성된 설명">
            <a:extLst>
              <a:ext uri="{FF2B5EF4-FFF2-40B4-BE49-F238E27FC236}">
                <a16:creationId xmlns:a16="http://schemas.microsoft.com/office/drawing/2014/main" id="{2BC446E4-9E28-BADF-9C33-12F3530E623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F732D3B-FF2E-68FE-E47C-9B6B89205D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11F40-27D1-5395-3684-92A7CD1FC542}"/>
              </a:ext>
            </a:extLst>
          </p:cNvPr>
          <p:cNvSpPr txBox="1"/>
          <p:nvPr/>
        </p:nvSpPr>
        <p:spPr>
          <a:xfrm>
            <a:off x="1159727" y="140060"/>
            <a:ext cx="1499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accent2">
                    <a:lumMod val="40000"/>
                    <a:lumOff val="6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시나리오</a:t>
            </a:r>
          </a:p>
        </p:txBody>
      </p:sp>
      <p:sp>
        <p:nvSpPr>
          <p:cNvPr id="8" name="사각형: 둥근 위쪽 모서리 1">
            <a:extLst>
              <a:ext uri="{FF2B5EF4-FFF2-40B4-BE49-F238E27FC236}">
                <a16:creationId xmlns:a16="http://schemas.microsoft.com/office/drawing/2014/main" id="{72AD9708-7184-D0D2-8447-0FC756BFA607}"/>
              </a:ext>
            </a:extLst>
          </p:cNvPr>
          <p:cNvSpPr/>
          <p:nvPr/>
        </p:nvSpPr>
        <p:spPr>
          <a:xfrm flipV="1">
            <a:off x="423746" y="0"/>
            <a:ext cx="657922" cy="94785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917226-5A41-A010-242B-90432022EB60}"/>
              </a:ext>
            </a:extLst>
          </p:cNvPr>
          <p:cNvSpPr txBox="1"/>
          <p:nvPr/>
        </p:nvSpPr>
        <p:spPr>
          <a:xfrm>
            <a:off x="413767" y="175075"/>
            <a:ext cx="676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Part 1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72992" y="1344594"/>
            <a:ext cx="10873489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"</a:t>
            </a:r>
            <a:r>
              <a:rPr lang="ko-KR" alt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코딩교육아카데미</a:t>
            </a:r>
            <a:r>
              <a:rPr lang="en-US" altLang="ko-KR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"</a:t>
            </a:r>
            <a:r>
              <a:rPr lang="ko-KR" alt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는 프로그래밍 교육 활동을 관리합니다</a:t>
            </a:r>
            <a:r>
              <a:rPr lang="en-US" altLang="ko-KR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학생들이 서로 연결되고 참여할 수 있는 활기찬 커뮤니티를 통해 </a:t>
            </a:r>
            <a:endParaRPr lang="en-US" altLang="ko-KR" sz="2000" dirty="0">
              <a:solidFill>
                <a:schemeClr val="accent2">
                  <a:lumMod val="20000"/>
                  <a:lumOff val="80000"/>
                </a:schemeClr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지식을 공유합니다</a:t>
            </a:r>
            <a:r>
              <a:rPr lang="en-US" altLang="ko-KR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 </a:t>
            </a:r>
            <a:r>
              <a:rPr lang="ko-KR" alt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학습을 통한 성장을 기반으로 역동적인 공간과 콘텐츠</a:t>
            </a:r>
            <a:r>
              <a:rPr lang="en-US" altLang="ko-KR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그리고 토론을 접할 수 있는 게시판 시스템을 구축합니다</a:t>
            </a:r>
            <a:r>
              <a:rPr lang="en-US" altLang="ko-KR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이 게시판은</a:t>
            </a:r>
            <a:r>
              <a:rPr lang="en-US" altLang="ko-KR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공지 사항</a:t>
            </a:r>
            <a:r>
              <a:rPr lang="en-US" altLang="ko-KR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이벤트 등 세부 정보를 제공하는 중심 허브 역할을 합니다</a:t>
            </a:r>
            <a:r>
              <a:rPr lang="en-US" altLang="ko-KR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교육 활동 외에 제품과 서비스를 홍보할 수 있는 공간을 제공합니다</a:t>
            </a:r>
            <a:r>
              <a:rPr lang="en-US" altLang="ko-KR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광고를 통해 지속 가능한 비즈니스 모델을 만들고</a:t>
            </a:r>
            <a:r>
              <a:rPr lang="en-US" altLang="ko-KR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이벤트 내에 전략적인 광고 배치를 통해 </a:t>
            </a:r>
            <a:endParaRPr lang="en-US" altLang="ko-KR" sz="2000" dirty="0">
              <a:solidFill>
                <a:schemeClr val="accent2">
                  <a:lumMod val="20000"/>
                  <a:lumOff val="80000"/>
                </a:schemeClr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광고 매출을 높일 수 있는 체계적인 접근 방식을 구축합니다</a:t>
            </a:r>
            <a:r>
              <a:rPr lang="en-US" altLang="ko-KR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교육</a:t>
            </a:r>
            <a:r>
              <a:rPr lang="en-US" altLang="ko-KR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협업</a:t>
            </a:r>
            <a:r>
              <a:rPr lang="en-US" altLang="ko-KR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광고 등이 원활하게 결합하는 혁신적인 공간입니다</a:t>
            </a:r>
            <a:r>
              <a:rPr lang="en-US" altLang="ko-KR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2000" dirty="0">
              <a:solidFill>
                <a:schemeClr val="accent2">
                  <a:lumMod val="20000"/>
                  <a:lumOff val="80000"/>
                </a:schemeClr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7336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2A9992E-B95C-D7ED-3F8D-0B989B8380A3}"/>
              </a:ext>
            </a:extLst>
          </p:cNvPr>
          <p:cNvSpPr/>
          <p:nvPr/>
        </p:nvSpPr>
        <p:spPr>
          <a:xfrm>
            <a:off x="626327" y="2506236"/>
            <a:ext cx="10933289" cy="2263698"/>
          </a:xfrm>
          <a:prstGeom prst="rect">
            <a:avLst/>
          </a:prstGeom>
          <a:pattFill prst="dotGrid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A95220-4771-72A5-62DE-F8204657ED01}"/>
              </a:ext>
            </a:extLst>
          </p:cNvPr>
          <p:cNvSpPr/>
          <p:nvPr/>
        </p:nvSpPr>
        <p:spPr>
          <a:xfrm>
            <a:off x="626327" y="2088065"/>
            <a:ext cx="10939346" cy="8363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2A873B6-F69F-BB0F-EEB5-BAD972EF3CF3}"/>
              </a:ext>
            </a:extLst>
          </p:cNvPr>
          <p:cNvSpPr/>
          <p:nvPr/>
        </p:nvSpPr>
        <p:spPr>
          <a:xfrm>
            <a:off x="10071409" y="2333391"/>
            <a:ext cx="338736" cy="338736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4CAC4BA-FEA5-3831-33D8-4DF48C05ED56}"/>
              </a:ext>
            </a:extLst>
          </p:cNvPr>
          <p:cNvSpPr/>
          <p:nvPr/>
        </p:nvSpPr>
        <p:spPr>
          <a:xfrm>
            <a:off x="10515358" y="2333391"/>
            <a:ext cx="338736" cy="338736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DBC8540-D814-5E70-DB96-244D0EE36225}"/>
              </a:ext>
            </a:extLst>
          </p:cNvPr>
          <p:cNvSpPr/>
          <p:nvPr/>
        </p:nvSpPr>
        <p:spPr>
          <a:xfrm>
            <a:off x="10959308" y="2333391"/>
            <a:ext cx="338736" cy="338736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0922D5-A218-AC17-556D-60C2D0B4DDF2}"/>
              </a:ext>
            </a:extLst>
          </p:cNvPr>
          <p:cNvSpPr txBox="1"/>
          <p:nvPr/>
        </p:nvSpPr>
        <p:spPr>
          <a:xfrm>
            <a:off x="919703" y="2275402"/>
            <a:ext cx="120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j-ea"/>
              </a:rPr>
              <a:t>Part 2</a:t>
            </a:r>
            <a:endParaRPr lang="ko-KR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4E4C77-E1F3-67AA-28E1-E8E682220527}"/>
              </a:ext>
            </a:extLst>
          </p:cNvPr>
          <p:cNvSpPr txBox="1"/>
          <p:nvPr/>
        </p:nvSpPr>
        <p:spPr>
          <a:xfrm>
            <a:off x="2990024" y="3342577"/>
            <a:ext cx="62119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프로젝트 수행 절차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47385" y="6462343"/>
            <a:ext cx="2344615" cy="369332"/>
          </a:xfrm>
          <a:prstGeom prst="rect">
            <a:avLst/>
          </a:prstGeom>
          <a:solidFill>
            <a:srgbClr val="F3ACCC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2615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D93EE47-D586-1F89-9D6D-FCC781F879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5620" y="602166"/>
            <a:ext cx="10939346" cy="5664819"/>
          </a:xfrm>
          <a:prstGeom prst="rect">
            <a:avLst/>
          </a:prstGeom>
          <a:pattFill prst="dotGrid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3D35A4-714B-08B5-6832-C5B198DE28B7}"/>
              </a:ext>
            </a:extLst>
          </p:cNvPr>
          <p:cNvSpPr/>
          <p:nvPr/>
        </p:nvSpPr>
        <p:spPr>
          <a:xfrm>
            <a:off x="635620" y="602166"/>
            <a:ext cx="10939346" cy="8363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3E7B443-6324-158B-1E35-16C4A72252AD}"/>
              </a:ext>
            </a:extLst>
          </p:cNvPr>
          <p:cNvSpPr/>
          <p:nvPr/>
        </p:nvSpPr>
        <p:spPr>
          <a:xfrm>
            <a:off x="10080702" y="847492"/>
            <a:ext cx="338736" cy="338736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00CA5EF-E04A-5FD5-D5B4-B2731BDACE52}"/>
              </a:ext>
            </a:extLst>
          </p:cNvPr>
          <p:cNvSpPr/>
          <p:nvPr/>
        </p:nvSpPr>
        <p:spPr>
          <a:xfrm>
            <a:off x="10524651" y="847492"/>
            <a:ext cx="338736" cy="338736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A71BBE7-2404-6953-5DC9-B35689E25D50}"/>
              </a:ext>
            </a:extLst>
          </p:cNvPr>
          <p:cNvSpPr/>
          <p:nvPr/>
        </p:nvSpPr>
        <p:spPr>
          <a:xfrm>
            <a:off x="10968601" y="847492"/>
            <a:ext cx="338736" cy="338736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8ADB66-0C63-2397-4C10-93B17DC52EBE}"/>
              </a:ext>
            </a:extLst>
          </p:cNvPr>
          <p:cNvSpPr txBox="1"/>
          <p:nvPr/>
        </p:nvSpPr>
        <p:spPr>
          <a:xfrm>
            <a:off x="949789" y="789503"/>
            <a:ext cx="12747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계획 절차</a:t>
            </a:r>
          </a:p>
        </p:txBody>
      </p:sp>
      <p:sp>
        <p:nvSpPr>
          <p:cNvPr id="4" name="원호 3">
            <a:extLst>
              <a:ext uri="{FF2B5EF4-FFF2-40B4-BE49-F238E27FC236}">
                <a16:creationId xmlns:a16="http://schemas.microsoft.com/office/drawing/2014/main" id="{277F93C6-A661-BDC1-9C8B-FC4BEFB4C244}"/>
              </a:ext>
            </a:extLst>
          </p:cNvPr>
          <p:cNvSpPr/>
          <p:nvPr/>
        </p:nvSpPr>
        <p:spPr>
          <a:xfrm rot="5400000">
            <a:off x="1165581" y="2326664"/>
            <a:ext cx="1965434" cy="1965434"/>
          </a:xfrm>
          <a:prstGeom prst="arc">
            <a:avLst>
              <a:gd name="adj1" fmla="val 16029660"/>
              <a:gd name="adj2" fmla="val 21546426"/>
            </a:avLst>
          </a:prstGeom>
          <a:ln w="3810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원호 9">
            <a:extLst>
              <a:ext uri="{FF2B5EF4-FFF2-40B4-BE49-F238E27FC236}">
                <a16:creationId xmlns:a16="http://schemas.microsoft.com/office/drawing/2014/main" id="{6994A25D-7979-1A1C-36DE-F5F20054928E}"/>
              </a:ext>
            </a:extLst>
          </p:cNvPr>
          <p:cNvSpPr/>
          <p:nvPr/>
        </p:nvSpPr>
        <p:spPr>
          <a:xfrm>
            <a:off x="1165581" y="2326664"/>
            <a:ext cx="1965434" cy="1965434"/>
          </a:xfrm>
          <a:prstGeom prst="arc">
            <a:avLst>
              <a:gd name="adj1" fmla="val 5320067"/>
              <a:gd name="adj2" fmla="val 0"/>
            </a:avLst>
          </a:prstGeom>
          <a:ln w="3810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4756D9-C010-5CF5-19E7-ECF61CE34FCE}"/>
              </a:ext>
            </a:extLst>
          </p:cNvPr>
          <p:cNvSpPr txBox="1"/>
          <p:nvPr/>
        </p:nvSpPr>
        <p:spPr>
          <a:xfrm>
            <a:off x="1567246" y="3016993"/>
            <a:ext cx="1260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ea typeface="+mj-ea"/>
              </a:rPr>
              <a:t>100%</a:t>
            </a:r>
            <a:endParaRPr lang="ko-KR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  <a:ea typeface="+mj-ea"/>
            </a:endParaRPr>
          </a:p>
        </p:txBody>
      </p:sp>
      <p:sp>
        <p:nvSpPr>
          <p:cNvPr id="13" name="テキスト ボックス 17">
            <a:extLst>
              <a:ext uri="{FF2B5EF4-FFF2-40B4-BE49-F238E27FC236}">
                <a16:creationId xmlns:a16="http://schemas.microsoft.com/office/drawing/2014/main" id="{FF545763-FECE-E87B-6EC1-6ABAEC158381}"/>
              </a:ext>
            </a:extLst>
          </p:cNvPr>
          <p:cNvSpPr txBox="1"/>
          <p:nvPr/>
        </p:nvSpPr>
        <p:spPr>
          <a:xfrm>
            <a:off x="1324996" y="5449075"/>
            <a:ext cx="1646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PPT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발표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프로젝트 완료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4" name="원호 13">
            <a:extLst>
              <a:ext uri="{FF2B5EF4-FFF2-40B4-BE49-F238E27FC236}">
                <a16:creationId xmlns:a16="http://schemas.microsoft.com/office/drawing/2014/main" id="{7E8329EB-6C4C-3EC3-E5E8-E7A11E94E4B5}"/>
              </a:ext>
            </a:extLst>
          </p:cNvPr>
          <p:cNvSpPr/>
          <p:nvPr/>
        </p:nvSpPr>
        <p:spPr>
          <a:xfrm rot="5400000">
            <a:off x="5148118" y="2326664"/>
            <a:ext cx="1965434" cy="1965434"/>
          </a:xfrm>
          <a:prstGeom prst="arc">
            <a:avLst>
              <a:gd name="adj1" fmla="val 14005023"/>
              <a:gd name="adj2" fmla="val 21546426"/>
            </a:avLst>
          </a:prstGeom>
          <a:ln w="3810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원호 14">
            <a:extLst>
              <a:ext uri="{FF2B5EF4-FFF2-40B4-BE49-F238E27FC236}">
                <a16:creationId xmlns:a16="http://schemas.microsoft.com/office/drawing/2014/main" id="{D49C2DE9-54D9-47C9-C495-7F517E43AF10}"/>
              </a:ext>
            </a:extLst>
          </p:cNvPr>
          <p:cNvSpPr/>
          <p:nvPr/>
        </p:nvSpPr>
        <p:spPr>
          <a:xfrm>
            <a:off x="5148118" y="2326664"/>
            <a:ext cx="1965434" cy="1965434"/>
          </a:xfrm>
          <a:prstGeom prst="arc">
            <a:avLst>
              <a:gd name="adj1" fmla="val 5320067"/>
              <a:gd name="adj2" fmla="val 19460305"/>
            </a:avLst>
          </a:prstGeom>
          <a:ln w="3810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10D55D-7C3D-8531-F87C-2CEDA14FAAFF}"/>
              </a:ext>
            </a:extLst>
          </p:cNvPr>
          <p:cNvSpPr txBox="1"/>
          <p:nvPr/>
        </p:nvSpPr>
        <p:spPr>
          <a:xfrm>
            <a:off x="5540991" y="3016993"/>
            <a:ext cx="1260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ea typeface="+mj-ea"/>
              </a:rPr>
              <a:t>100%</a:t>
            </a:r>
            <a:endParaRPr lang="ko-KR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  <a:ea typeface="+mj-ea"/>
            </a:endParaRPr>
          </a:p>
        </p:txBody>
      </p:sp>
      <p:sp>
        <p:nvSpPr>
          <p:cNvPr id="17" name="テキスト ボックス 17">
            <a:extLst>
              <a:ext uri="{FF2B5EF4-FFF2-40B4-BE49-F238E27FC236}">
                <a16:creationId xmlns:a16="http://schemas.microsoft.com/office/drawing/2014/main" id="{1FB94158-F52E-3611-1FB6-575C6DBB7181}"/>
              </a:ext>
            </a:extLst>
          </p:cNvPr>
          <p:cNvSpPr txBox="1"/>
          <p:nvPr/>
        </p:nvSpPr>
        <p:spPr>
          <a:xfrm>
            <a:off x="4878042" y="5449075"/>
            <a:ext cx="2973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ER_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다이어그램 수정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r>
              <a:rPr kumimoji="1" lang="en-US" altLang="ja-JP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SQL_Model</a:t>
            </a:r>
            <a:r>
              <a:rPr kumimoji="1"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kumimoji="1"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작성 및 수정</a:t>
            </a:r>
            <a:endParaRPr kumimoji="1"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BBF2473-DC56-459B-4FD9-845F4CCC8964}"/>
              </a:ext>
            </a:extLst>
          </p:cNvPr>
          <p:cNvCxnSpPr/>
          <p:nvPr/>
        </p:nvCxnSpPr>
        <p:spPr>
          <a:xfrm>
            <a:off x="5781040" y="5310407"/>
            <a:ext cx="629920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원호 18">
            <a:extLst>
              <a:ext uri="{FF2B5EF4-FFF2-40B4-BE49-F238E27FC236}">
                <a16:creationId xmlns:a16="http://schemas.microsoft.com/office/drawing/2014/main" id="{301BCF63-C731-8282-3AEE-CBCEEE9DA886}"/>
              </a:ext>
            </a:extLst>
          </p:cNvPr>
          <p:cNvSpPr/>
          <p:nvPr/>
        </p:nvSpPr>
        <p:spPr>
          <a:xfrm rot="5400000">
            <a:off x="9130654" y="2326664"/>
            <a:ext cx="1965434" cy="1965434"/>
          </a:xfrm>
          <a:prstGeom prst="arc">
            <a:avLst>
              <a:gd name="adj1" fmla="val 10523546"/>
              <a:gd name="adj2" fmla="val 21546426"/>
            </a:avLst>
          </a:prstGeom>
          <a:ln w="3810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원호 19">
            <a:extLst>
              <a:ext uri="{FF2B5EF4-FFF2-40B4-BE49-F238E27FC236}">
                <a16:creationId xmlns:a16="http://schemas.microsoft.com/office/drawing/2014/main" id="{A35ABC66-2F94-0B88-CD5B-98DBBB77E7C6}"/>
              </a:ext>
            </a:extLst>
          </p:cNvPr>
          <p:cNvSpPr/>
          <p:nvPr/>
        </p:nvSpPr>
        <p:spPr>
          <a:xfrm>
            <a:off x="9130654" y="2326664"/>
            <a:ext cx="1965434" cy="1965434"/>
          </a:xfrm>
          <a:prstGeom prst="arc">
            <a:avLst>
              <a:gd name="adj1" fmla="val 5320067"/>
              <a:gd name="adj2" fmla="val 16420915"/>
            </a:avLst>
          </a:prstGeom>
          <a:ln w="3810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964F66-95C4-26DA-4FBA-8AC358D3F9D0}"/>
              </a:ext>
            </a:extLst>
          </p:cNvPr>
          <p:cNvSpPr txBox="1"/>
          <p:nvPr/>
        </p:nvSpPr>
        <p:spPr>
          <a:xfrm>
            <a:off x="9523526" y="3016993"/>
            <a:ext cx="1260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ea typeface="+mj-ea"/>
              </a:rPr>
              <a:t>100%</a:t>
            </a:r>
            <a:endParaRPr lang="ko-KR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  <a:ea typeface="+mj-ea"/>
            </a:endParaRPr>
          </a:p>
        </p:txBody>
      </p:sp>
      <p:sp>
        <p:nvSpPr>
          <p:cNvPr id="22" name="テキスト ボックス 17">
            <a:extLst>
              <a:ext uri="{FF2B5EF4-FFF2-40B4-BE49-F238E27FC236}">
                <a16:creationId xmlns:a16="http://schemas.microsoft.com/office/drawing/2014/main" id="{C21F1953-6F03-10F4-AC10-4A6750AB9517}"/>
              </a:ext>
            </a:extLst>
          </p:cNvPr>
          <p:cNvSpPr txBox="1"/>
          <p:nvPr/>
        </p:nvSpPr>
        <p:spPr>
          <a:xfrm>
            <a:off x="9365225" y="5449075"/>
            <a:ext cx="1646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역할 정하기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r>
              <a:rPr kumimoji="1"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시나리오 작업</a:t>
            </a:r>
            <a:endParaRPr kumimoji="1"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8378E58-9711-6433-DB9E-F88796583CCC}"/>
              </a:ext>
            </a:extLst>
          </p:cNvPr>
          <p:cNvCxnSpPr/>
          <p:nvPr/>
        </p:nvCxnSpPr>
        <p:spPr>
          <a:xfrm>
            <a:off x="9798411" y="5310407"/>
            <a:ext cx="629920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864201B-930A-469D-2512-F370C83FA2B0}"/>
              </a:ext>
            </a:extLst>
          </p:cNvPr>
          <p:cNvSpPr/>
          <p:nvPr/>
        </p:nvSpPr>
        <p:spPr>
          <a:xfrm rot="5400000">
            <a:off x="2095462" y="4994040"/>
            <a:ext cx="36000" cy="68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위쪽 모서리 1">
            <a:extLst>
              <a:ext uri="{FF2B5EF4-FFF2-40B4-BE49-F238E27FC236}">
                <a16:creationId xmlns:a16="http://schemas.microsoft.com/office/drawing/2014/main" id="{72AD9708-7184-D0D2-8447-0FC756BFA607}"/>
              </a:ext>
            </a:extLst>
          </p:cNvPr>
          <p:cNvSpPr/>
          <p:nvPr/>
        </p:nvSpPr>
        <p:spPr>
          <a:xfrm flipV="1">
            <a:off x="423746" y="0"/>
            <a:ext cx="657922" cy="94785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BB97D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917226-5A41-A010-242B-90432022EB60}"/>
              </a:ext>
            </a:extLst>
          </p:cNvPr>
          <p:cNvSpPr txBox="1"/>
          <p:nvPr/>
        </p:nvSpPr>
        <p:spPr>
          <a:xfrm>
            <a:off x="402290" y="175075"/>
            <a:ext cx="699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Part 2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350482" y="4948708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Arial Black" panose="020B0A04020102020204" pitchFamily="34" charset="0"/>
              </a:rPr>
              <a:t>2024_01_12</a:t>
            </a:r>
            <a:endParaRPr lang="ko-KR" altLang="en-US" dirty="0">
              <a:latin typeface="Arial Black" panose="020B0A040201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35384" y="4871742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Arial Black" panose="020B0A04020102020204" pitchFamily="34" charset="0"/>
              </a:rPr>
              <a:t>2024_01_15~16</a:t>
            </a:r>
            <a:endParaRPr lang="ko-KR" altLang="en-US" dirty="0">
              <a:latin typeface="Arial Black" panose="020B0A040201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40867" y="4906660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Arial Black" panose="020B0A04020102020204" pitchFamily="34" charset="0"/>
              </a:rPr>
              <a:t>2024_01_17</a:t>
            </a:r>
            <a:endParaRPr lang="ko-KR" altLang="en-US" dirty="0">
              <a:latin typeface="Arial Black" panose="020B0A040201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847385" y="6462343"/>
            <a:ext cx="234461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1556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20" y="1765291"/>
            <a:ext cx="10939346" cy="481820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3D35A4-714B-08B5-6832-C5B198DE28B7}"/>
              </a:ext>
            </a:extLst>
          </p:cNvPr>
          <p:cNvSpPr/>
          <p:nvPr/>
        </p:nvSpPr>
        <p:spPr>
          <a:xfrm>
            <a:off x="635620" y="602166"/>
            <a:ext cx="10939346" cy="8363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3E7B443-6324-158B-1E35-16C4A72252AD}"/>
              </a:ext>
            </a:extLst>
          </p:cNvPr>
          <p:cNvSpPr/>
          <p:nvPr/>
        </p:nvSpPr>
        <p:spPr>
          <a:xfrm>
            <a:off x="10080702" y="847492"/>
            <a:ext cx="338736" cy="338736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00CA5EF-E04A-5FD5-D5B4-B2731BDACE52}"/>
              </a:ext>
            </a:extLst>
          </p:cNvPr>
          <p:cNvSpPr/>
          <p:nvPr/>
        </p:nvSpPr>
        <p:spPr>
          <a:xfrm>
            <a:off x="10524651" y="847492"/>
            <a:ext cx="338736" cy="338736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A71BBE7-2404-6953-5DC9-B35689E25D50}"/>
              </a:ext>
            </a:extLst>
          </p:cNvPr>
          <p:cNvSpPr/>
          <p:nvPr/>
        </p:nvSpPr>
        <p:spPr>
          <a:xfrm>
            <a:off x="10968601" y="847492"/>
            <a:ext cx="338736" cy="338736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위쪽 모서리 1">
            <a:extLst>
              <a:ext uri="{FF2B5EF4-FFF2-40B4-BE49-F238E27FC236}">
                <a16:creationId xmlns:a16="http://schemas.microsoft.com/office/drawing/2014/main" id="{72AD9708-7184-D0D2-8447-0FC756BFA607}"/>
              </a:ext>
            </a:extLst>
          </p:cNvPr>
          <p:cNvSpPr/>
          <p:nvPr/>
        </p:nvSpPr>
        <p:spPr>
          <a:xfrm flipV="1">
            <a:off x="423746" y="0"/>
            <a:ext cx="657922" cy="94785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BB97D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917226-5A41-A010-242B-90432022EB60}"/>
              </a:ext>
            </a:extLst>
          </p:cNvPr>
          <p:cNvSpPr txBox="1"/>
          <p:nvPr/>
        </p:nvSpPr>
        <p:spPr>
          <a:xfrm>
            <a:off x="402290" y="175075"/>
            <a:ext cx="699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Part 2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8ADB66-0C63-2397-4C10-93B17DC52EBE}"/>
              </a:ext>
            </a:extLst>
          </p:cNvPr>
          <p:cNvSpPr txBox="1"/>
          <p:nvPr/>
        </p:nvSpPr>
        <p:spPr>
          <a:xfrm>
            <a:off x="1090555" y="804132"/>
            <a:ext cx="19463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ER_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다이어그램</a:t>
            </a:r>
          </a:p>
        </p:txBody>
      </p:sp>
      <p:sp>
        <p:nvSpPr>
          <p:cNvPr id="6" name="순서도: 판단 5"/>
          <p:cNvSpPr/>
          <p:nvPr/>
        </p:nvSpPr>
        <p:spPr>
          <a:xfrm>
            <a:off x="4754905" y="3877823"/>
            <a:ext cx="668741" cy="429905"/>
          </a:xfrm>
          <a:prstGeom prst="flowChartDecision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판단 13"/>
          <p:cNvSpPr/>
          <p:nvPr/>
        </p:nvSpPr>
        <p:spPr>
          <a:xfrm>
            <a:off x="3111735" y="3719509"/>
            <a:ext cx="668741" cy="429905"/>
          </a:xfrm>
          <a:prstGeom prst="flowChartDecision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896777" y="2426561"/>
            <a:ext cx="559288" cy="27644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7687675" y="2300802"/>
            <a:ext cx="576661" cy="27644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7982341" y="3796237"/>
            <a:ext cx="541934" cy="27644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10438609" y="3835506"/>
            <a:ext cx="580967" cy="27644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7301551" y="5657336"/>
            <a:ext cx="555069" cy="26306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4827904" y="5538551"/>
            <a:ext cx="564542" cy="27644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1581968" y="2695056"/>
            <a:ext cx="545220" cy="269289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1521796" y="4058403"/>
            <a:ext cx="569884" cy="27644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판단 3"/>
          <p:cNvSpPr/>
          <p:nvPr/>
        </p:nvSpPr>
        <p:spPr>
          <a:xfrm>
            <a:off x="1593188" y="3340203"/>
            <a:ext cx="454395" cy="302930"/>
          </a:xfrm>
          <a:prstGeom prst="flowChartDecision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판단 12"/>
          <p:cNvSpPr/>
          <p:nvPr/>
        </p:nvSpPr>
        <p:spPr>
          <a:xfrm>
            <a:off x="6445676" y="2426561"/>
            <a:ext cx="437567" cy="276447"/>
          </a:xfrm>
          <a:prstGeom prst="flowChartDecision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순서도: 판단 14"/>
          <p:cNvSpPr/>
          <p:nvPr/>
        </p:nvSpPr>
        <p:spPr>
          <a:xfrm>
            <a:off x="6153968" y="5538551"/>
            <a:ext cx="471225" cy="276447"/>
          </a:xfrm>
          <a:prstGeom prst="flowChartDecision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순서도: 판단 32"/>
          <p:cNvSpPr/>
          <p:nvPr/>
        </p:nvSpPr>
        <p:spPr>
          <a:xfrm>
            <a:off x="9496487" y="3801847"/>
            <a:ext cx="528256" cy="276447"/>
          </a:xfrm>
          <a:prstGeom prst="flowChartDecision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9847385" y="6462343"/>
            <a:ext cx="234461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006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D93EE47-D586-1F89-9D6D-FCC781F879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5620" y="602166"/>
            <a:ext cx="10939346" cy="5664819"/>
          </a:xfrm>
          <a:prstGeom prst="rect">
            <a:avLst/>
          </a:prstGeom>
          <a:pattFill prst="dotGrid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3D35A4-714B-08B5-6832-C5B198DE28B7}"/>
              </a:ext>
            </a:extLst>
          </p:cNvPr>
          <p:cNvSpPr/>
          <p:nvPr/>
        </p:nvSpPr>
        <p:spPr>
          <a:xfrm>
            <a:off x="635620" y="602166"/>
            <a:ext cx="10939346" cy="8363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3E7B443-6324-158B-1E35-16C4A72252AD}"/>
              </a:ext>
            </a:extLst>
          </p:cNvPr>
          <p:cNvSpPr/>
          <p:nvPr/>
        </p:nvSpPr>
        <p:spPr>
          <a:xfrm>
            <a:off x="10080702" y="847492"/>
            <a:ext cx="338736" cy="338736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00CA5EF-E04A-5FD5-D5B4-B2731BDACE52}"/>
              </a:ext>
            </a:extLst>
          </p:cNvPr>
          <p:cNvSpPr/>
          <p:nvPr/>
        </p:nvSpPr>
        <p:spPr>
          <a:xfrm>
            <a:off x="10524651" y="847492"/>
            <a:ext cx="338736" cy="338736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A71BBE7-2404-6953-5DC9-B35689E25D50}"/>
              </a:ext>
            </a:extLst>
          </p:cNvPr>
          <p:cNvSpPr/>
          <p:nvPr/>
        </p:nvSpPr>
        <p:spPr>
          <a:xfrm>
            <a:off x="10968601" y="847492"/>
            <a:ext cx="338736" cy="338736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위쪽 모서리 1">
            <a:extLst>
              <a:ext uri="{FF2B5EF4-FFF2-40B4-BE49-F238E27FC236}">
                <a16:creationId xmlns:a16="http://schemas.microsoft.com/office/drawing/2014/main" id="{72AD9708-7184-D0D2-8447-0FC756BFA607}"/>
              </a:ext>
            </a:extLst>
          </p:cNvPr>
          <p:cNvSpPr/>
          <p:nvPr/>
        </p:nvSpPr>
        <p:spPr>
          <a:xfrm flipV="1">
            <a:off x="423746" y="0"/>
            <a:ext cx="657922" cy="94785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BB97D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917226-5A41-A010-242B-90432022EB60}"/>
              </a:ext>
            </a:extLst>
          </p:cNvPr>
          <p:cNvSpPr txBox="1"/>
          <p:nvPr/>
        </p:nvSpPr>
        <p:spPr>
          <a:xfrm>
            <a:off x="402290" y="175075"/>
            <a:ext cx="699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Part 2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8ADB66-0C63-2397-4C10-93B17DC52EBE}"/>
              </a:ext>
            </a:extLst>
          </p:cNvPr>
          <p:cNvSpPr txBox="1"/>
          <p:nvPr/>
        </p:nvSpPr>
        <p:spPr>
          <a:xfrm>
            <a:off x="1090555" y="804132"/>
            <a:ext cx="1778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테이블 정의서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731" y="2001638"/>
            <a:ext cx="3438525" cy="104775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66" y="3354188"/>
            <a:ext cx="3429000" cy="1038224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13" y="4706396"/>
            <a:ext cx="3438525" cy="1047749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118" y="4704220"/>
            <a:ext cx="3438525" cy="1038225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549" y="3363446"/>
            <a:ext cx="3429000" cy="1038224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691" y="2005007"/>
            <a:ext cx="3429000" cy="1038225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878" y="3369514"/>
            <a:ext cx="3438525" cy="1047749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5315" y="2006048"/>
            <a:ext cx="3438525" cy="1038224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683" y="4710283"/>
            <a:ext cx="3448050" cy="10477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847385" y="6462343"/>
            <a:ext cx="234461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4420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D93EE47-D586-1F89-9D6D-FCC781F879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5620" y="602166"/>
            <a:ext cx="10939346" cy="5664819"/>
          </a:xfrm>
          <a:prstGeom prst="rect">
            <a:avLst/>
          </a:prstGeom>
          <a:pattFill prst="dotGrid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3D35A4-714B-08B5-6832-C5B198DE28B7}"/>
              </a:ext>
            </a:extLst>
          </p:cNvPr>
          <p:cNvSpPr/>
          <p:nvPr/>
        </p:nvSpPr>
        <p:spPr>
          <a:xfrm>
            <a:off x="635620" y="602166"/>
            <a:ext cx="10939346" cy="8363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3E7B443-6324-158B-1E35-16C4A72252AD}"/>
              </a:ext>
            </a:extLst>
          </p:cNvPr>
          <p:cNvSpPr/>
          <p:nvPr/>
        </p:nvSpPr>
        <p:spPr>
          <a:xfrm>
            <a:off x="10080702" y="847492"/>
            <a:ext cx="338736" cy="338736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00CA5EF-E04A-5FD5-D5B4-B2731BDACE52}"/>
              </a:ext>
            </a:extLst>
          </p:cNvPr>
          <p:cNvSpPr/>
          <p:nvPr/>
        </p:nvSpPr>
        <p:spPr>
          <a:xfrm>
            <a:off x="10524651" y="847492"/>
            <a:ext cx="338736" cy="338736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A71BBE7-2404-6953-5DC9-B35689E25D50}"/>
              </a:ext>
            </a:extLst>
          </p:cNvPr>
          <p:cNvSpPr/>
          <p:nvPr/>
        </p:nvSpPr>
        <p:spPr>
          <a:xfrm>
            <a:off x="10968601" y="847492"/>
            <a:ext cx="338736" cy="338736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위쪽 모서리 1">
            <a:extLst>
              <a:ext uri="{FF2B5EF4-FFF2-40B4-BE49-F238E27FC236}">
                <a16:creationId xmlns:a16="http://schemas.microsoft.com/office/drawing/2014/main" id="{72AD9708-7184-D0D2-8447-0FC756BFA607}"/>
              </a:ext>
            </a:extLst>
          </p:cNvPr>
          <p:cNvSpPr/>
          <p:nvPr/>
        </p:nvSpPr>
        <p:spPr>
          <a:xfrm flipV="1">
            <a:off x="423746" y="0"/>
            <a:ext cx="657922" cy="94785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BB97D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917226-5A41-A010-242B-90432022EB60}"/>
              </a:ext>
            </a:extLst>
          </p:cNvPr>
          <p:cNvSpPr txBox="1"/>
          <p:nvPr/>
        </p:nvSpPr>
        <p:spPr>
          <a:xfrm>
            <a:off x="402290" y="175075"/>
            <a:ext cx="699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Part 2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8ADB66-0C63-2397-4C10-93B17DC52EBE}"/>
              </a:ext>
            </a:extLst>
          </p:cNvPr>
          <p:cNvSpPr txBox="1"/>
          <p:nvPr/>
        </p:nvSpPr>
        <p:spPr>
          <a:xfrm>
            <a:off x="1090555" y="804132"/>
            <a:ext cx="1688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SQL_Model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18" y="1438508"/>
            <a:ext cx="10939347" cy="49477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47385" y="6462343"/>
            <a:ext cx="234461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434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2A9992E-B95C-D7ED-3F8D-0B989B8380A3}"/>
              </a:ext>
            </a:extLst>
          </p:cNvPr>
          <p:cNvSpPr/>
          <p:nvPr/>
        </p:nvSpPr>
        <p:spPr>
          <a:xfrm>
            <a:off x="626327" y="2506236"/>
            <a:ext cx="10933289" cy="2263698"/>
          </a:xfrm>
          <a:prstGeom prst="rect">
            <a:avLst/>
          </a:prstGeom>
          <a:pattFill prst="dotGrid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A95220-4771-72A5-62DE-F8204657ED01}"/>
              </a:ext>
            </a:extLst>
          </p:cNvPr>
          <p:cNvSpPr/>
          <p:nvPr/>
        </p:nvSpPr>
        <p:spPr>
          <a:xfrm>
            <a:off x="626327" y="2088065"/>
            <a:ext cx="10939346" cy="8363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2A873B6-F69F-BB0F-EEB5-BAD972EF3CF3}"/>
              </a:ext>
            </a:extLst>
          </p:cNvPr>
          <p:cNvSpPr/>
          <p:nvPr/>
        </p:nvSpPr>
        <p:spPr>
          <a:xfrm>
            <a:off x="10071409" y="2333391"/>
            <a:ext cx="338736" cy="338736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4CAC4BA-FEA5-3831-33D8-4DF48C05ED56}"/>
              </a:ext>
            </a:extLst>
          </p:cNvPr>
          <p:cNvSpPr/>
          <p:nvPr/>
        </p:nvSpPr>
        <p:spPr>
          <a:xfrm>
            <a:off x="10515358" y="2333391"/>
            <a:ext cx="338736" cy="338736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DBC8540-D814-5E70-DB96-244D0EE36225}"/>
              </a:ext>
            </a:extLst>
          </p:cNvPr>
          <p:cNvSpPr/>
          <p:nvPr/>
        </p:nvSpPr>
        <p:spPr>
          <a:xfrm>
            <a:off x="10959308" y="2333391"/>
            <a:ext cx="338736" cy="338736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0922D5-A218-AC17-556D-60C2D0B4DDF2}"/>
              </a:ext>
            </a:extLst>
          </p:cNvPr>
          <p:cNvSpPr txBox="1"/>
          <p:nvPr/>
        </p:nvSpPr>
        <p:spPr>
          <a:xfrm>
            <a:off x="1003892" y="2275402"/>
            <a:ext cx="1034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j-ea"/>
              </a:rPr>
              <a:t>Part 3</a:t>
            </a:r>
            <a:endParaRPr lang="ko-KR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4E4C77-E1F3-67AA-28E1-E8E682220527}"/>
              </a:ext>
            </a:extLst>
          </p:cNvPr>
          <p:cNvSpPr txBox="1"/>
          <p:nvPr/>
        </p:nvSpPr>
        <p:spPr>
          <a:xfrm>
            <a:off x="3058953" y="3342577"/>
            <a:ext cx="60740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프로젝트 수행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47385" y="6462343"/>
            <a:ext cx="2344615" cy="369332"/>
          </a:xfrm>
          <a:prstGeom prst="rect">
            <a:avLst/>
          </a:prstGeom>
          <a:solidFill>
            <a:srgbClr val="F3ACCC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7100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D93EE47-D586-1F89-9D6D-FCC781F879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5620" y="602166"/>
            <a:ext cx="10939346" cy="5664819"/>
          </a:xfrm>
          <a:prstGeom prst="rect">
            <a:avLst/>
          </a:prstGeom>
          <a:pattFill prst="dotGrid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3D35A4-714B-08B5-6832-C5B198DE28B7}"/>
              </a:ext>
            </a:extLst>
          </p:cNvPr>
          <p:cNvSpPr/>
          <p:nvPr/>
        </p:nvSpPr>
        <p:spPr>
          <a:xfrm>
            <a:off x="635620" y="602166"/>
            <a:ext cx="10939346" cy="8363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3E7B443-6324-158B-1E35-16C4A72252AD}"/>
              </a:ext>
            </a:extLst>
          </p:cNvPr>
          <p:cNvSpPr/>
          <p:nvPr/>
        </p:nvSpPr>
        <p:spPr>
          <a:xfrm>
            <a:off x="10080702" y="847492"/>
            <a:ext cx="338736" cy="338736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00CA5EF-E04A-5FD5-D5B4-B2731BDACE52}"/>
              </a:ext>
            </a:extLst>
          </p:cNvPr>
          <p:cNvSpPr/>
          <p:nvPr/>
        </p:nvSpPr>
        <p:spPr>
          <a:xfrm>
            <a:off x="10524651" y="847492"/>
            <a:ext cx="338736" cy="338736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A71BBE7-2404-6953-5DC9-B35689E25D50}"/>
              </a:ext>
            </a:extLst>
          </p:cNvPr>
          <p:cNvSpPr/>
          <p:nvPr/>
        </p:nvSpPr>
        <p:spPr>
          <a:xfrm>
            <a:off x="10968601" y="847492"/>
            <a:ext cx="338736" cy="338736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위쪽 모서리 1">
            <a:extLst>
              <a:ext uri="{FF2B5EF4-FFF2-40B4-BE49-F238E27FC236}">
                <a16:creationId xmlns:a16="http://schemas.microsoft.com/office/drawing/2014/main" id="{72AD9708-7184-D0D2-8447-0FC756BFA607}"/>
              </a:ext>
            </a:extLst>
          </p:cNvPr>
          <p:cNvSpPr/>
          <p:nvPr/>
        </p:nvSpPr>
        <p:spPr>
          <a:xfrm flipV="1">
            <a:off x="423746" y="0"/>
            <a:ext cx="657922" cy="94785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BB97D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917226-5A41-A010-242B-90432022EB60}"/>
              </a:ext>
            </a:extLst>
          </p:cNvPr>
          <p:cNvSpPr txBox="1"/>
          <p:nvPr/>
        </p:nvSpPr>
        <p:spPr>
          <a:xfrm>
            <a:off x="402290" y="175075"/>
            <a:ext cx="699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Part 3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8ADB66-0C63-2397-4C10-93B17DC52EBE}"/>
              </a:ext>
            </a:extLst>
          </p:cNvPr>
          <p:cNvSpPr txBox="1"/>
          <p:nvPr/>
        </p:nvSpPr>
        <p:spPr>
          <a:xfrm>
            <a:off x="1090555" y="804132"/>
            <a:ext cx="2999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Create_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테이블 </a:t>
            </a:r>
            <a:r>
              <a:rPr lang="ko-KR" alt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생성문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164" y="1640473"/>
            <a:ext cx="7849695" cy="232442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164" y="4166863"/>
            <a:ext cx="3982006" cy="193384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641" y="4202494"/>
            <a:ext cx="6004252" cy="168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47385" y="6462343"/>
            <a:ext cx="234461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9915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D93EE47-D586-1F89-9D6D-FCC781F879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5620" y="602166"/>
            <a:ext cx="10939346" cy="5664819"/>
          </a:xfrm>
          <a:prstGeom prst="rect">
            <a:avLst/>
          </a:prstGeom>
          <a:pattFill prst="dotGrid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3D35A4-714B-08B5-6832-C5B198DE28B7}"/>
              </a:ext>
            </a:extLst>
          </p:cNvPr>
          <p:cNvSpPr/>
          <p:nvPr/>
        </p:nvSpPr>
        <p:spPr>
          <a:xfrm>
            <a:off x="635620" y="602166"/>
            <a:ext cx="10939346" cy="8363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3E7B443-6324-158B-1E35-16C4A72252AD}"/>
              </a:ext>
            </a:extLst>
          </p:cNvPr>
          <p:cNvSpPr/>
          <p:nvPr/>
        </p:nvSpPr>
        <p:spPr>
          <a:xfrm>
            <a:off x="10080702" y="847492"/>
            <a:ext cx="338736" cy="338736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00CA5EF-E04A-5FD5-D5B4-B2731BDACE52}"/>
              </a:ext>
            </a:extLst>
          </p:cNvPr>
          <p:cNvSpPr/>
          <p:nvPr/>
        </p:nvSpPr>
        <p:spPr>
          <a:xfrm>
            <a:off x="10524651" y="847492"/>
            <a:ext cx="338736" cy="338736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A71BBE7-2404-6953-5DC9-B35689E25D50}"/>
              </a:ext>
            </a:extLst>
          </p:cNvPr>
          <p:cNvSpPr/>
          <p:nvPr/>
        </p:nvSpPr>
        <p:spPr>
          <a:xfrm>
            <a:off x="10968601" y="847492"/>
            <a:ext cx="338736" cy="338736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위쪽 모서리 1">
            <a:extLst>
              <a:ext uri="{FF2B5EF4-FFF2-40B4-BE49-F238E27FC236}">
                <a16:creationId xmlns:a16="http://schemas.microsoft.com/office/drawing/2014/main" id="{72AD9708-7184-D0D2-8447-0FC756BFA607}"/>
              </a:ext>
            </a:extLst>
          </p:cNvPr>
          <p:cNvSpPr/>
          <p:nvPr/>
        </p:nvSpPr>
        <p:spPr>
          <a:xfrm flipV="1">
            <a:off x="423746" y="0"/>
            <a:ext cx="657922" cy="94785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BB97D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917226-5A41-A010-242B-90432022EB60}"/>
              </a:ext>
            </a:extLst>
          </p:cNvPr>
          <p:cNvSpPr txBox="1"/>
          <p:nvPr/>
        </p:nvSpPr>
        <p:spPr>
          <a:xfrm>
            <a:off x="402290" y="175075"/>
            <a:ext cx="699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Part 3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8ADB66-0C63-2397-4C10-93B17DC52EBE}"/>
              </a:ext>
            </a:extLst>
          </p:cNvPr>
          <p:cNvSpPr txBox="1"/>
          <p:nvPr/>
        </p:nvSpPr>
        <p:spPr>
          <a:xfrm>
            <a:off x="1090555" y="804132"/>
            <a:ext cx="2999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Create_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테이블 </a:t>
            </a:r>
            <a:r>
              <a:rPr lang="ko-KR" alt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생성문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68" y="1640472"/>
            <a:ext cx="4648849" cy="197383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392" y="1640473"/>
            <a:ext cx="5515438" cy="202910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68" y="3787018"/>
            <a:ext cx="4648849" cy="236253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2891" y="3787018"/>
            <a:ext cx="5584940" cy="23625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47385" y="6462343"/>
            <a:ext cx="234461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103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D93EE47-D586-1F89-9D6D-FCC781F879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5620" y="602166"/>
            <a:ext cx="10939346" cy="5664819"/>
          </a:xfrm>
          <a:prstGeom prst="rect">
            <a:avLst/>
          </a:prstGeom>
          <a:pattFill prst="dotGrid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3D35A4-714B-08B5-6832-C5B198DE28B7}"/>
              </a:ext>
            </a:extLst>
          </p:cNvPr>
          <p:cNvSpPr/>
          <p:nvPr/>
        </p:nvSpPr>
        <p:spPr>
          <a:xfrm>
            <a:off x="635620" y="602166"/>
            <a:ext cx="10939346" cy="8363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3E7B443-6324-158B-1E35-16C4A72252AD}"/>
              </a:ext>
            </a:extLst>
          </p:cNvPr>
          <p:cNvSpPr/>
          <p:nvPr/>
        </p:nvSpPr>
        <p:spPr>
          <a:xfrm>
            <a:off x="10080702" y="847492"/>
            <a:ext cx="338736" cy="338736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00CA5EF-E04A-5FD5-D5B4-B2731BDACE52}"/>
              </a:ext>
            </a:extLst>
          </p:cNvPr>
          <p:cNvSpPr/>
          <p:nvPr/>
        </p:nvSpPr>
        <p:spPr>
          <a:xfrm>
            <a:off x="10524651" y="847492"/>
            <a:ext cx="338736" cy="338736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A71BBE7-2404-6953-5DC9-B35689E25D50}"/>
              </a:ext>
            </a:extLst>
          </p:cNvPr>
          <p:cNvSpPr/>
          <p:nvPr/>
        </p:nvSpPr>
        <p:spPr>
          <a:xfrm>
            <a:off x="10968601" y="847492"/>
            <a:ext cx="338736" cy="338736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위쪽 모서리 1">
            <a:extLst>
              <a:ext uri="{FF2B5EF4-FFF2-40B4-BE49-F238E27FC236}">
                <a16:creationId xmlns:a16="http://schemas.microsoft.com/office/drawing/2014/main" id="{72AD9708-7184-D0D2-8447-0FC756BFA607}"/>
              </a:ext>
            </a:extLst>
          </p:cNvPr>
          <p:cNvSpPr/>
          <p:nvPr/>
        </p:nvSpPr>
        <p:spPr>
          <a:xfrm flipV="1">
            <a:off x="423746" y="0"/>
            <a:ext cx="657922" cy="94785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BB97D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917226-5A41-A010-242B-90432022EB60}"/>
              </a:ext>
            </a:extLst>
          </p:cNvPr>
          <p:cNvSpPr txBox="1"/>
          <p:nvPr/>
        </p:nvSpPr>
        <p:spPr>
          <a:xfrm>
            <a:off x="402290" y="175075"/>
            <a:ext cx="699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Part 3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8ADB66-0C63-2397-4C10-93B17DC52EBE}"/>
              </a:ext>
            </a:extLst>
          </p:cNvPr>
          <p:cNvSpPr txBox="1"/>
          <p:nvPr/>
        </p:nvSpPr>
        <p:spPr>
          <a:xfrm>
            <a:off x="1090555" y="804132"/>
            <a:ext cx="2999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Create_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테이블 </a:t>
            </a:r>
            <a:r>
              <a:rPr lang="ko-KR" alt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생성문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093" y="1680389"/>
            <a:ext cx="10058400" cy="258868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55" y="4482970"/>
            <a:ext cx="5553850" cy="16575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47385" y="6462343"/>
            <a:ext cx="234461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6809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자연, 실외, 협곡이(가) 표시된 사진&#10;&#10;자동 생성된 설명">
            <a:extLst>
              <a:ext uri="{FF2B5EF4-FFF2-40B4-BE49-F238E27FC236}">
                <a16:creationId xmlns:a16="http://schemas.microsoft.com/office/drawing/2014/main" id="{987931BC-E6FB-C8C4-701A-716E28A424C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D6C04A3-A289-3FC4-8635-247E4086BE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DA4A0C-640A-2409-A703-50CED43D532F}"/>
              </a:ext>
            </a:extLst>
          </p:cNvPr>
          <p:cNvSpPr txBox="1"/>
          <p:nvPr/>
        </p:nvSpPr>
        <p:spPr>
          <a:xfrm>
            <a:off x="3330661" y="2888269"/>
            <a:ext cx="553068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800" b="1" spc="-3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86EBDD9-1151-8ADF-BCC0-6950760F66CD}"/>
              </a:ext>
            </a:extLst>
          </p:cNvPr>
          <p:cNvCxnSpPr/>
          <p:nvPr/>
        </p:nvCxnSpPr>
        <p:spPr>
          <a:xfrm>
            <a:off x="5148146" y="2453371"/>
            <a:ext cx="1895708" cy="0"/>
          </a:xfrm>
          <a:prstGeom prst="line">
            <a:avLst/>
          </a:prstGeom>
          <a:ln w="190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847385" y="6462343"/>
            <a:ext cx="2344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180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chatGPT">
      <a:dk1>
        <a:sysClr val="windowText" lastClr="000000"/>
      </a:dk1>
      <a:lt1>
        <a:sysClr val="window" lastClr="FFFFFF"/>
      </a:lt1>
      <a:dk2>
        <a:srgbClr val="3A3838"/>
      </a:dk2>
      <a:lt2>
        <a:srgbClr val="E7E6E6"/>
      </a:lt2>
      <a:accent1>
        <a:srgbClr val="B0A3F8"/>
      </a:accent1>
      <a:accent2>
        <a:srgbClr val="CD9FD2"/>
      </a:accent2>
      <a:accent3>
        <a:srgbClr val="F3ACCC"/>
      </a:accent3>
      <a:accent4>
        <a:srgbClr val="F8D9D4"/>
      </a:accent4>
      <a:accent5>
        <a:srgbClr val="FBB97D"/>
      </a:accent5>
      <a:accent6>
        <a:srgbClr val="F5857B"/>
      </a:accent6>
      <a:hlink>
        <a:srgbClr val="3F3F3F"/>
      </a:hlink>
      <a:folHlink>
        <a:srgbClr val="3F3F3F"/>
      </a:folHlink>
    </a:clrScheme>
    <a:fontScheme name="LINE Seed Sans KR Thin">
      <a:majorFont>
        <a:latin typeface="LINE Seed Sans KR Bold"/>
        <a:ea typeface="LINE Seed Sans KR Bold"/>
        <a:cs typeface=""/>
      </a:majorFont>
      <a:minorFont>
        <a:latin typeface="LINE Seed Sans KR Thin"/>
        <a:ea typeface="LINE Seed Sans KR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890</TotalTime>
  <Words>196</Words>
  <Application>Microsoft Office PowerPoint</Application>
  <PresentationFormat>와이드스크린</PresentationFormat>
  <Paragraphs>52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HY견고딕</vt:lpstr>
      <vt:lpstr>HY견명조</vt:lpstr>
      <vt:lpstr>LINE Seed Sans KR Bold</vt:lpstr>
      <vt:lpstr>LINE Seed Sans KR Thin</vt:lpstr>
      <vt:lpstr>Arial</vt:lpstr>
      <vt:lpstr>Arial Black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USER</cp:lastModifiedBy>
  <cp:revision>85</cp:revision>
  <dcterms:created xsi:type="dcterms:W3CDTF">2023-03-02T07:25:09Z</dcterms:created>
  <dcterms:modified xsi:type="dcterms:W3CDTF">2026-02-03T05:15:59Z</dcterms:modified>
</cp:coreProperties>
</file>